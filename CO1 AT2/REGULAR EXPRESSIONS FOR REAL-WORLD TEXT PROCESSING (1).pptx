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74" y="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7EBE4-0FB3-9AA3-93D6-B8FBE0C261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94340C-B685-DB1F-4671-8C3733F891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563153-AB34-4AD7-2A8A-FF959D0C9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EAAC0-4DAF-4634-AE4E-637E84266450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1BE2F1-AB1F-05D9-5EF3-A869AB2B5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92644-FEE2-96C1-EEAE-BF52E7147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B0091-7E5C-4D7F-970C-3E4A89EC81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8704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C9E16-D4ED-9FBC-E088-95250D1B5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89566-3981-E205-B1FA-765CDF1123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1EFDD-1E91-BC31-EB5E-509FAA0AC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EAAC0-4DAF-4634-AE4E-637E84266450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349FE6-4283-5822-8639-BBCA32294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801097-E30E-AFDE-A9D3-BC433F85D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B0091-7E5C-4D7F-970C-3E4A89EC81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9175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53640-957B-7FD0-D51C-614D98649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74F7B1-1BCF-BD0F-85DF-75878E30F7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29C8D-B4A6-660D-52D1-B1E683625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EAAC0-4DAF-4634-AE4E-637E84266450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CB6B76-AC2E-31A0-66C2-7C1B517A4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05B870-8744-C44F-6495-D00DA485B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B0091-7E5C-4D7F-970C-3E4A89EC81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4614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ED3D3-1F2D-49E2-EB0B-9962B5506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8CCD9-037F-BFDA-4463-620C3DFDB6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BA4A31-5555-F2A2-FDE0-81B0A2BD34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65F77C-C268-CEDF-0B28-8AFE573F7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EAAC0-4DAF-4634-AE4E-637E84266450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A1AD8D-E1EA-DD5C-75D2-AD47042A6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0BC48D-3CB1-A161-6C47-870E17893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B0091-7E5C-4D7F-970C-3E4A89EC81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7680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E95A3-6D63-3353-8477-CC744B8FD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29C473-CA61-7A89-EB23-7CBFE428F9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D788E4-E380-41BC-C8FE-D4F2CB5FE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6821BC-2969-DA97-A36F-88FE9ABEF9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564D77-D005-4768-F18E-BBE03D3C7E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1673DB-313F-CBFB-DC09-12F878A67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EAAC0-4DAF-4634-AE4E-637E84266450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9A25CC-A390-B7A8-CBC2-65503F77F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09B556-9C67-58B9-2A81-E3E47F98C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B0091-7E5C-4D7F-970C-3E4A89EC81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357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45414-6F7F-7927-6341-B519751A2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C086C3-35C1-7EC5-3A93-1172CAD60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EAAC0-4DAF-4634-AE4E-637E84266450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B0832D-55B7-6241-7FA2-86354ABFA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F662E9-1C83-38AD-2315-8837862C3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B0091-7E5C-4D7F-970C-3E4A89EC81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2990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9D2B78-3D92-D999-1139-26D189764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EAAC0-4DAF-4634-AE4E-637E84266450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94A7F6-1FA0-9DA4-658E-A269A59D9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9607DA-2490-2230-1A3C-5952E25F6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B0091-7E5C-4D7F-970C-3E4A89EC81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7234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CE3D1-EEB6-1D61-DF0F-F564DEEEE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E37CA-8375-4128-032A-06E5A40B71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3AA61A-B709-4988-0197-019C54C217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9519BF-68A6-276B-FD47-9260F2FE7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EAAC0-4DAF-4634-AE4E-637E84266450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D1021C-3614-9BB5-5878-918503413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A60441-0C9E-E41D-51CF-607EB8C1A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B0091-7E5C-4D7F-970C-3E4A89EC81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4638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65BA3-3621-891F-7E42-A1EEF2BB9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1779D9-150C-8869-F6CC-8F61A60D0D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311BBC-DB31-451A-F5E5-5225C94D7D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89052F-2F24-D1C7-E62B-3219E82BB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EAAC0-4DAF-4634-AE4E-637E84266450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A3168E-734B-B5AD-1EF2-B5D42CAF0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53E6A8-E21B-3A0C-A4B5-8AB30A693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B0091-7E5C-4D7F-970C-3E4A89EC81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0995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2139F-A18A-1E5D-69D0-BBF4204E5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83285C-7586-5571-D39D-0D44E416BB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6652D8-080E-D9BD-E67D-F7CD3D1F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EAAC0-4DAF-4634-AE4E-637E84266450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FB809E-7160-F018-4F91-2CD5044DD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C0E3D-B8F2-E32A-B50C-5121B8B7E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B0091-7E5C-4D7F-970C-3E4A89EC81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0429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3BE339-655B-E268-074A-5F5E075F65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4D569D-7671-61A3-3578-072067EC63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BB6E49-E76D-B472-CCD5-D0FE5CD2C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EAAC0-4DAF-4634-AE4E-637E84266450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75ACD4-B0D5-E010-EFFC-5F8DE4760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3D41A-F68A-C04D-DCD9-FA6BA1A80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B0091-7E5C-4D7F-970C-3E4A89EC81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7936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185ED8-626C-F6F1-FE06-586AF20FA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77985E-8886-226C-062D-87DB425F30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3F0702-E087-378D-9349-65FFCA33B4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0EAAC0-4DAF-4634-AE4E-637E84266450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066A4-FF04-6C69-49CE-2B93530E16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D57E5-FD54-496F-3359-E75292FA45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BB0091-7E5C-4D7F-970C-3E4A89EC81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8014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hyperlink" Target="mailto:student@gmail.com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BFABF-F8A6-CA33-DD60-ECEA41C5F5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76946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IN" dirty="0"/>
              <a:t>REGULAR EXPRESSIONS FOR REAL-WORLD TEXT PROCESSING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E78923-1EA7-0B9B-8EE4-7164F1D6E7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382" y="4907756"/>
            <a:ext cx="9144000" cy="1655762"/>
          </a:xfrm>
        </p:spPr>
        <p:txBody>
          <a:bodyPr>
            <a:normAutofit lnSpcReduction="10000"/>
          </a:bodyPr>
          <a:lstStyle/>
          <a:p>
            <a:pPr algn="l"/>
            <a:r>
              <a:rPr lang="en-IN" dirty="0"/>
              <a:t>NAME: Y. Varun Kumar Reddy</a:t>
            </a:r>
          </a:p>
          <a:p>
            <a:pPr algn="l"/>
            <a:r>
              <a:rPr lang="en-IN" dirty="0"/>
              <a:t>REG NO: 192424230</a:t>
            </a:r>
          </a:p>
          <a:p>
            <a:pPr algn="l"/>
            <a:r>
              <a:rPr lang="en-IN" dirty="0"/>
              <a:t>COURSE CODE: DSA0304</a:t>
            </a:r>
          </a:p>
          <a:p>
            <a:pPr algn="l"/>
            <a:r>
              <a:rPr lang="en-IN" dirty="0"/>
              <a:t>COURSE NAME : Natural Language Processing</a:t>
            </a:r>
          </a:p>
        </p:txBody>
      </p:sp>
      <p:pic>
        <p:nvPicPr>
          <p:cNvPr id="5" name="Google Shape;90;p13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6F28BE5A-4865-8722-6A82-F04E6653FD1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741913" y="264337"/>
            <a:ext cx="8708174" cy="11693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22624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7FC8D-1049-9FFB-CB26-08F57975E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7096" y="254540"/>
            <a:ext cx="7351207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Regular Expression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4B51DC-6A12-91AD-9225-B7A8EF234D40}"/>
              </a:ext>
            </a:extLst>
          </p:cNvPr>
          <p:cNvSpPr txBox="1"/>
          <p:nvPr/>
        </p:nvSpPr>
        <p:spPr>
          <a:xfrm>
            <a:off x="838200" y="1690688"/>
            <a:ext cx="875965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Regular Expression (Regex) is a sequence of characters used to search, match, and validate text patterns.</a:t>
            </a:r>
          </a:p>
          <a:p>
            <a:pPr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Regex?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Finds specific text quickly.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Validates user input.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Extracts useful information from text.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Natural Language Processing (NLP). </a:t>
            </a: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Text:</a:t>
            </a:r>
          </a:p>
          <a:p>
            <a:pPr>
              <a:buNone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Email: student@gmail.com</a:t>
            </a:r>
          </a:p>
          <a:p>
            <a:pPr>
              <a:buNone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Phone: 9876543210</a:t>
            </a:r>
          </a:p>
          <a:p>
            <a:pPr>
              <a:buNone/>
            </a:pP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Regex can automatically identify the email and phone number.</a:t>
            </a:r>
          </a:p>
        </p:txBody>
      </p:sp>
      <p:pic>
        <p:nvPicPr>
          <p:cNvPr id="8" name="Google Shape;162;p1">
            <a:extLst>
              <a:ext uri="{FF2B5EF4-FFF2-40B4-BE49-F238E27FC236}">
                <a16:creationId xmlns:a16="http://schemas.microsoft.com/office/drawing/2014/main" id="{63CEFEC1-8964-C494-4C32-84D3385FE70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490292" y="237078"/>
            <a:ext cx="152019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2E31C95-8CDD-435B-32BA-F52E1A8D00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860" y="237077"/>
            <a:ext cx="1133475" cy="134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77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0BA69-21ED-5692-2BDC-24CD39142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26B89-39CC-8007-ACC6-F4864DD52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1497" y="395277"/>
            <a:ext cx="5592745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Regex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7EBEB8-E4A1-B52F-555D-484A6EC36CF3}"/>
              </a:ext>
            </a:extLst>
          </p:cNvPr>
          <p:cNvSpPr txBox="1"/>
          <p:nvPr/>
        </p:nvSpPr>
        <p:spPr>
          <a:xfrm>
            <a:off x="756139" y="1720840"/>
            <a:ext cx="990516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Uses: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Email Validation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Phone Number Validation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Password Checking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Search Engines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Chatbots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Scraping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Extraction</a:t>
            </a:r>
          </a:p>
          <a:p>
            <a:pPr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you sign up on Gmail or any website, Regex checks whether your email format is correct before allowing registration.</a:t>
            </a:r>
          </a:p>
        </p:txBody>
      </p:sp>
      <p:pic>
        <p:nvPicPr>
          <p:cNvPr id="6" name="Google Shape;162;p1">
            <a:extLst>
              <a:ext uri="{FF2B5EF4-FFF2-40B4-BE49-F238E27FC236}">
                <a16:creationId xmlns:a16="http://schemas.microsoft.com/office/drawing/2014/main" id="{B071D849-E2BF-DDBA-2294-251B690EA2C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490292" y="237078"/>
            <a:ext cx="152019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89AA77A-9407-5286-B3DE-B90D1BAB9D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506" y="237078"/>
            <a:ext cx="1133475" cy="134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827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6734B-81FE-5D9E-0807-A20253460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25AFE-D596-A1A1-47C7-ED0910415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9998" y="254540"/>
            <a:ext cx="6406662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Regex Patterns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BD4AA11-4A5F-EA6D-8D02-5730FA3FB4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5113309"/>
              </p:ext>
            </p:extLst>
          </p:nvPr>
        </p:nvGraphicFramePr>
        <p:xfrm>
          <a:off x="838200" y="1836377"/>
          <a:ext cx="10515600" cy="18897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29713369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5969321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Regex Pattern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679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Email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[A-Za-z0-9._%+-]+@[A-Za-z0-9.-]+\.[A-Za-z]{2,}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6230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Phone Number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\d{10}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935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\d{2}/\d{2}/\d{4}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85053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1A97751-82EC-4742-6DBE-2BBBFC396631}"/>
              </a:ext>
            </a:extLst>
          </p:cNvPr>
          <p:cNvSpPr txBox="1"/>
          <p:nvPr/>
        </p:nvSpPr>
        <p:spPr>
          <a:xfrm>
            <a:off x="746090" y="4245988"/>
            <a:ext cx="609432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student@gmail.com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Valid Email</a:t>
            </a:r>
          </a:p>
          <a:p>
            <a:pPr rtl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Google Shape;162;p1">
            <a:extLst>
              <a:ext uri="{FF2B5EF4-FFF2-40B4-BE49-F238E27FC236}">
                <a16:creationId xmlns:a16="http://schemas.microsoft.com/office/drawing/2014/main" id="{68A5EA2D-F9F1-0DD1-C943-E2093E85E46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90292" y="237078"/>
            <a:ext cx="152019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F40190D-AC5D-4D49-0963-E21B6B3A85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409" y="233426"/>
            <a:ext cx="1133475" cy="134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631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04FEA-9E2F-9B1C-A11F-B51CB9F9B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C0C2C-5900-6FE3-ADBF-9B7AFA9BB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5362" y="308439"/>
            <a:ext cx="4949536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Regex Works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18427E-D2AE-61EC-F203-2F2DFC606CC7}"/>
              </a:ext>
            </a:extLst>
          </p:cNvPr>
          <p:cNvSpPr txBox="1"/>
          <p:nvPr/>
        </p:nvSpPr>
        <p:spPr>
          <a:xfrm>
            <a:off x="838200" y="1690688"/>
            <a:ext cx="609432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Text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Regex Pattern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 Matching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Required Information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Output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82D48F-6448-A394-7968-435D5B507BCE}"/>
              </a:ext>
            </a:extLst>
          </p:cNvPr>
          <p:cNvSpPr txBox="1"/>
          <p:nvPr/>
        </p:nvSpPr>
        <p:spPr>
          <a:xfrm>
            <a:off x="838200" y="4497196"/>
            <a:ext cx="609432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Contact us at support@gmail.com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D1864C-2731-ECE5-120A-EF6EE12050F9}"/>
              </a:ext>
            </a:extLst>
          </p:cNvPr>
          <p:cNvSpPr txBox="1"/>
          <p:nvPr/>
        </p:nvSpPr>
        <p:spPr>
          <a:xfrm>
            <a:off x="838200" y="5569545"/>
            <a:ext cx="60943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Regex Pattern: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[A-Za-z0-9._%+-]+@[A-Za-z0-9.-]+\.[A-Za-z]{2,}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F22411-33C4-CBB1-2AAD-F33EEBB5E015}"/>
              </a:ext>
            </a:extLst>
          </p:cNvPr>
          <p:cNvSpPr txBox="1"/>
          <p:nvPr/>
        </p:nvSpPr>
        <p:spPr>
          <a:xfrm>
            <a:off x="7106697" y="5569545"/>
            <a:ext cx="60943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support@gmail.com</a:t>
            </a:r>
          </a:p>
        </p:txBody>
      </p:sp>
      <p:pic>
        <p:nvPicPr>
          <p:cNvPr id="12" name="Google Shape;162;p1">
            <a:extLst>
              <a:ext uri="{FF2B5EF4-FFF2-40B4-BE49-F238E27FC236}">
                <a16:creationId xmlns:a16="http://schemas.microsoft.com/office/drawing/2014/main" id="{1FFAFA6E-AEE6-5F3F-4A33-D09A1A11FD8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490292" y="237078"/>
            <a:ext cx="152019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ACC1F4B-CEB0-C2BA-EBB2-BA3E9499A0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580" y="237077"/>
            <a:ext cx="1133475" cy="134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330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6E4F4-084D-E892-C76D-6E1D6C4FC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3251" y="254540"/>
            <a:ext cx="7100455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and Limitations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4923E1-5646-FB6B-5CC0-C8F1BAD2782A}"/>
              </a:ext>
            </a:extLst>
          </p:cNvPr>
          <p:cNvSpPr txBox="1"/>
          <p:nvPr/>
        </p:nvSpPr>
        <p:spPr>
          <a:xfrm>
            <a:off x="744682" y="2648781"/>
            <a:ext cx="609432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Fast text searching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Accurate pattern matching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Easy to learn and implement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Saves time and effort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Supported by many programming languages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D4726A-BB38-599B-56CC-3AFCE9EC679A}"/>
              </a:ext>
            </a:extLst>
          </p:cNvPr>
          <p:cNvSpPr txBox="1"/>
          <p:nvPr/>
        </p:nvSpPr>
        <p:spPr>
          <a:xfrm>
            <a:off x="6343479" y="2648781"/>
            <a:ext cx="609432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Difficult to read for complex patterns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Cannot understand the meaning of sentences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 suitable for advanced language understanding</a:t>
            </a:r>
          </a:p>
        </p:txBody>
      </p:sp>
      <p:pic>
        <p:nvPicPr>
          <p:cNvPr id="8" name="Google Shape;162;p1">
            <a:extLst>
              <a:ext uri="{FF2B5EF4-FFF2-40B4-BE49-F238E27FC236}">
                <a16:creationId xmlns:a16="http://schemas.microsoft.com/office/drawing/2014/main" id="{6DE431A6-7CD0-39CE-B06E-A8D8B70D385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490292" y="237078"/>
            <a:ext cx="152019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5131D57-4D13-15AB-7492-48AA92DB17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844" y="430790"/>
            <a:ext cx="1133475" cy="134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967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51765-9287-42F0-226C-590E4420B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9118" y="254540"/>
            <a:ext cx="71628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Code Demonstration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7CEE04-FB39-CA3F-AA94-08A640C66599}"/>
              </a:ext>
            </a:extLst>
          </p:cNvPr>
          <p:cNvSpPr txBox="1"/>
          <p:nvPr/>
        </p:nvSpPr>
        <p:spPr>
          <a:xfrm>
            <a:off x="704184" y="1802146"/>
            <a:ext cx="7855298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import re</a:t>
            </a:r>
          </a:p>
          <a:p>
            <a:endParaRPr lang="en-IN" dirty="0"/>
          </a:p>
          <a:p>
            <a:r>
              <a:rPr lang="en-IN" dirty="0"/>
              <a:t>text = """</a:t>
            </a:r>
          </a:p>
          <a:p>
            <a:r>
              <a:rPr lang="en-IN" dirty="0"/>
              <a:t>Email: student@gmail.com</a:t>
            </a:r>
          </a:p>
          <a:p>
            <a:r>
              <a:rPr lang="en-IN" dirty="0"/>
              <a:t>Phone: 9876543210</a:t>
            </a:r>
          </a:p>
          <a:p>
            <a:r>
              <a:rPr lang="en-IN" dirty="0"/>
              <a:t>Date: 15/07/2026</a:t>
            </a:r>
          </a:p>
          <a:p>
            <a:r>
              <a:rPr lang="en-IN" dirty="0"/>
              <a:t>"""</a:t>
            </a:r>
          </a:p>
          <a:p>
            <a:endParaRPr lang="en-IN" dirty="0"/>
          </a:p>
          <a:p>
            <a:r>
              <a:rPr lang="en-IN" dirty="0"/>
              <a:t># Regex Patterns</a:t>
            </a:r>
          </a:p>
          <a:p>
            <a:r>
              <a:rPr lang="en-IN" dirty="0"/>
              <a:t>email = r"[A-Za-z0-9._%+-]+@[A-Za-z0-9.-]+\.[A-Za-z]{2,}"</a:t>
            </a:r>
          </a:p>
          <a:p>
            <a:r>
              <a:rPr lang="en-IN" dirty="0"/>
              <a:t>phone = r"\d{10}"</a:t>
            </a:r>
          </a:p>
          <a:p>
            <a:r>
              <a:rPr lang="en-IN" dirty="0"/>
              <a:t>date = r"\d{2}/\d{2}/\d{4}"</a:t>
            </a:r>
          </a:p>
          <a:p>
            <a:endParaRPr lang="en-IN" dirty="0"/>
          </a:p>
          <a:p>
            <a:r>
              <a:rPr lang="en-IN" dirty="0"/>
              <a:t># Find Matches</a:t>
            </a:r>
          </a:p>
          <a:p>
            <a:r>
              <a:rPr lang="en-IN" dirty="0"/>
              <a:t>print("Email:", </a:t>
            </a:r>
            <a:r>
              <a:rPr lang="en-IN" dirty="0" err="1"/>
              <a:t>re.findall</a:t>
            </a:r>
            <a:r>
              <a:rPr lang="en-IN" dirty="0"/>
              <a:t>(email, text))</a:t>
            </a:r>
          </a:p>
          <a:p>
            <a:r>
              <a:rPr lang="en-IN" dirty="0"/>
              <a:t>print("Phone:", </a:t>
            </a:r>
            <a:r>
              <a:rPr lang="en-IN" dirty="0" err="1"/>
              <a:t>re.findall</a:t>
            </a:r>
            <a:r>
              <a:rPr lang="en-IN" dirty="0"/>
              <a:t>(phone, text))</a:t>
            </a:r>
          </a:p>
          <a:p>
            <a:r>
              <a:rPr lang="en-IN" dirty="0"/>
              <a:t>print("Date:", </a:t>
            </a:r>
            <a:r>
              <a:rPr lang="en-IN" dirty="0" err="1"/>
              <a:t>re.findall</a:t>
            </a:r>
            <a:r>
              <a:rPr lang="en-IN" dirty="0"/>
              <a:t>(date, text))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E13CF7-9471-0674-DB01-FD7315CB1638}"/>
              </a:ext>
            </a:extLst>
          </p:cNvPr>
          <p:cNvSpPr txBox="1"/>
          <p:nvPr/>
        </p:nvSpPr>
        <p:spPr>
          <a:xfrm>
            <a:off x="8774723" y="1690687"/>
            <a:ext cx="17304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pic>
        <p:nvPicPr>
          <p:cNvPr id="12" name="Google Shape;162;p1">
            <a:extLst>
              <a:ext uri="{FF2B5EF4-FFF2-40B4-BE49-F238E27FC236}">
                <a16:creationId xmlns:a16="http://schemas.microsoft.com/office/drawing/2014/main" id="{AEBBD67C-54AD-9CBA-9663-3E3E92F7BD5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490292" y="237078"/>
            <a:ext cx="152019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A8DD799-8DAE-BEC2-D915-639D9F8E08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853" y="347662"/>
            <a:ext cx="1133475" cy="13430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CB8B56D-F01E-68BE-6237-E722F89BDD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293" y="2446383"/>
            <a:ext cx="4559345" cy="1965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3199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6977D-649F-C57B-5D99-03F51B508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7397" y="2555203"/>
            <a:ext cx="3582009" cy="1325563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87037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408</Words>
  <Application>Microsoft Office PowerPoint</Application>
  <PresentationFormat>Widescreen</PresentationFormat>
  <Paragraphs>95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Times New Roman</vt:lpstr>
      <vt:lpstr>Office Theme</vt:lpstr>
      <vt:lpstr>REGULAR EXPRESSIONS FOR REAL-WORLD TEXT PROCESSING</vt:lpstr>
      <vt:lpstr>What is Regular Expression</vt:lpstr>
      <vt:lpstr>Applications of Regex</vt:lpstr>
      <vt:lpstr>Common Regex Patterns</vt:lpstr>
      <vt:lpstr>How Regex Works</vt:lpstr>
      <vt:lpstr>Advantages and Limitations</vt:lpstr>
      <vt:lpstr>Python Code Demonstration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varun reddy</dc:creator>
  <cp:lastModifiedBy>varun reddy</cp:lastModifiedBy>
  <cp:revision>1</cp:revision>
  <dcterms:created xsi:type="dcterms:W3CDTF">2026-07-15T08:26:34Z</dcterms:created>
  <dcterms:modified xsi:type="dcterms:W3CDTF">2026-07-15T09:18:30Z</dcterms:modified>
</cp:coreProperties>
</file>